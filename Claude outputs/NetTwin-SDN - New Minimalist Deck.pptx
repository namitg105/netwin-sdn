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17320"/>
            <a:ext cx="822960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PROJECT   ·   FIRST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Telemetry-Guided Self-Healing Campus Network Architecture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315968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Namit Gupta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Aijaz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Aarnav Bahadur Mathur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Gani Ahmad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4315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Sudha M, Professor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Review, 15 September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today wait for things to break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148840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by default: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or server has to fail completely before anyone finds out.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081528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manual: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usually notices only after a user complains it “isn’t responding.”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14216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scale: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clients means every extra minute of downtime costs more.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46904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diagnosis: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cable, an overloaded switch and a crashed server all look the same from far away.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148840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virtual campus network in Mininet, with a backup path between hosts.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081528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kinds of failure: a dead link or device, and a server that stops responding while the link stays fine.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14216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 automatically: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traffic to a working path the moment a failure is found, with minimum delay.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46904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recovery time before and after, and keep the whole build free and software-only.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existing SDN practice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148840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separates decision making from packet forwarding, which is the core idea the whole project is built 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081528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used to program switches, including Fast Failover Groups that keep a backup path ready in advance.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14216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approach: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keeps a continuously updated picture of link and server health and reacts to it in real time, instead of polling on a fixed schedule.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46904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localisation beyond the link: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link status alone misses a server that has crashed while the link stays up, so this project adds a server level health check on top of standard OpenFlow monitoring.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TALK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Northbound and southbound APIs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148840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Northbound API: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controller and applications, usually a simple REST interface.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081528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health-check logic and any dashboard talk to the controller through this side.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14216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Southbound API: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controller and the switches, with OpenFlow as the standard example.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46904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both sides separate lets switches or controller logic change without breaking the other.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cleanly separated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pic>
        <p:nvPicPr>
          <p:cNvPr id="8" name="Image 0" descr="architectur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1128" y="1691640"/>
            <a:ext cx="6949440" cy="50320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topology to automatic healing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148840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Topology: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 builds the campus network with switches, clients, servers, and a backup link.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081528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Health monitoring: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 watches OpenFlow port stats for the link, and sends heartbeats to the server.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14216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Fault localisation: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pattern tells the controller if it’s a cable, a switch, or the server itself.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46904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Automatic healing: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flips to a pre-installed backup path, and the switch acts on it instantly, without waiting on the controller.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we’ll show it working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148840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link or a host live, during the demo.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081528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it: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records the traffic before, during, and after the failure.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14216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before-and-after graph shows exactly how fast recovery happens.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46904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logic: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how the controller decided what failed and where.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ENVIRONMENT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source, one laptop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148840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 and Open vSwitch: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Mininet builds the virtual hosts, links, and topology; Open vSwitch supplies the actual OpenFlow-compliant switches inside it.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081528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Ryu controller (Python):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OpenFlow forwarding and failover rules on the switches, and runs the server health checks.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14216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small HTTP server under test on a Mininet host; it can be killed on demand to simulate a crash.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46904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and Matplotlib: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captures the failover traffic as proof; Matplotlib plots the before and after recovery time graphs.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NetTwin-SDN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54335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the final review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822960" cy="41148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58568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148840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finalised, Mininet + Ryu installed, basic connectivity confirmed.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081528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link-failure detection via OpenFlow port statistics.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14216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health checks, fault localisation, and automatic rerouting.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56632"/>
            <a:ext cx="128016" cy="128016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46904"/>
            <a:ext cx="10198303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week: 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performance data, build graphs, and write up results, ready for October’s review.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880360"/>
            <a:ext cx="822960" cy="54864"/>
          </a:xfrm>
          <a:prstGeom prst="rect">
            <a:avLst/>
          </a:prstGeom>
          <a:solidFill>
            <a:srgbClr val="4C8D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0632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2026-09-15T03:34:27Z</dcterms:created>
  <dcterms:modified xsi:type="dcterms:W3CDTF">2026-09-15T03:34:27Z</dcterms:modified>
</cp:coreProperties>
</file>